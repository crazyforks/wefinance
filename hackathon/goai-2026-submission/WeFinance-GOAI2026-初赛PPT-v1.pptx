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8FAFC"/>
                </a:solidFill>
              </a:rPr>
              <a:t>WeFinance 智能记账与经营流水助手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D4AF37"/>
                </a:solidFill>
              </a:rPr>
              <a:t>赛道：无界应用（Boundless Agents）｜AI+金融</a:t>
            </a:r>
          </a:p>
          <a:p>
            <a:pPr algn="ctr"/>
            <a:r>
              <a:rPr sz="2000">
                <a:solidFill>
                  <a:srgbClr val="D4AF37"/>
                </a:solidFill>
              </a:rPr>
              <a:t>一句话定位：拍照上传账单，GPT-4o Vision 一步完成结构化提取，结合异常检测与可解释理财分析，为个体户和自由职业者提供经营流水画像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问题与场景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三类用户：个体户、自由职业者、习惯手工记账的普通用户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痛点：传统 OCR 对票据识别率低（PaddleOCR 在合成账单上曾实测 0%）；异常消费难及时发现；理财建议千篇一律、不基于真实数据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场景：拍照上传账单 -&gt; 自动结构化 -&gt; 消费洞察 -&gt; AI 顾问问答 -&gt; 可解释投资建议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方案总览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核心闭环：账单上传 -&gt; Vision LLM 结构化提取 -&gt; 异常检测 -&gt; 消费洞察 -&gt; 对话式顾问 -&gt; 可解释理财报告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一步式 OCR：GPT-4o Vision 直接输出结构化交易数据，替代 OCR+文本理解两步管线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新增经营流水画像视图：把已有交易数据聚合为交易对手集中度、收支趋势、异常预警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Agent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任务输入：账单图片、用户预算、聊天问题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意图理解与任务规划：LangChain AgentExecutor，识别查预算/查分类/查具体类目等意图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能力调用：query_budget、query_spending、query_category 三类工具，结合对话记忆多轮交互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结果交付：结构化交易记录、异常预警卡片、经营画像聚合视图（交易对手集中度/收支趋势）、可解释推理链（理财建议附带 rationale_steps）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验证与反馈：异常检测支持用户确认/标记误报反馈闭环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技术与工程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Vision OCR：GPT-4o Vision，温度 0.0，30 秒超时保护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异常检测：z-score 统计方法，按样本量自适应调整灵敏度和阈值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可解释推荐：输出带因果推理步骤的理财建议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多数服务层通过 @safe_call 装饰器提供超时保护和优雅降级；Chat 走独立的重试+退避机制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技术栈：Streamlit + LangChain + OpenAI 兼容 API + Pydantic + Plotly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Demo 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本地实测（2026-08-08，通过）：种子数据走完消费洞察 -&gt; 经营流水画像新视图，数字随数据变化，非写死样例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线上实测（2026-08-11，通过）：真实上传样例账单触发线上 OCR 调用，4/4 笔交易全部正确识别（商户/日期/金额/分类）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过程中定位到服务商侧模型下线（Qwen2-VL-72B-Instruct 已 deprecated）导致的持续 403，切换至当前活跃模型后修复，非代码缺陷</a:t>
            </a:r>
          </a:p>
        </p:txBody>
      </p:sp>
      <p:pic>
        <p:nvPicPr>
          <p:cNvPr id="6" name="Picture 5" descr="demo-business-profile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09160"/>
            <a:ext cx="5852160" cy="3073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数据与合规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账单图片仅内存中 base64 编码后调用 Vision API，不落盘保存原图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交易数据存于 session state，无数据库；如需跨会话保留，本地 JSON 持久化（默认不加密）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商业 API 依赖如实披露：OpenAI 兼容接口，密钥通过 Streamlit Secrets 管理，不提交仓库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AI+金融边界声明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理财建议明确声明分析与教育性内容，不构成投资/信贷/保险决策依据，不替代持牌机构判断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不点名具体基金、券商或投资平台，不将执行参数（金额/时点/价位）当作确定性指令下达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异常检测、消费分析基于用户真实数据，不做身份核验，不采集身份证号/银行卡号等敏感字段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开放与复用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MIT 协议开源，中英双语 README 和文档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票据识别、推荐引擎为独立服务层，可拆分复用于其他记账类应用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GitHub 128 星、16 fork（2026-08-08 实测）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迭代与落地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近期：线上部署问题（Python 版本、OCR 模型下线）已修复并复测通过；补齐 tests/ 测试套件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中期：经营流水画像扩展更多维度（如按周期对比、导出报表）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长期：探索个体户/自由职业者报税辅助场景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原有基础与本次新增贡献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原有基础：2025 年 11 月开发的完整产品，票据识别、消费分析、AI 顾问、投资建议四大核心链路已上线运行，GitHub 128 星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本次新增：经营流水画像视图（交易对手集中度、收支趋势聚合）；修复 generate_detailed_report 的金融合规边界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实测中顺带发现并修复四个真实工程缺陷（st.dataframe 参数兼容崩溃、pyarrow/numpy ABI 不兼容导致的原生崩溃、线上 Python 版本配置错误、财务健康卡片 HTML 渲染为纯文本）；GOAI 参赛材料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D9488"/>
                </a:solidFill>
              </a:rPr>
              <a:t>结尾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主张：WeFinance 让拍照记账直接变成经营流水画像，服务被传统财务软件忽视的个体户和自由职业者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代码与文档全部开源，可现场演示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</a:rPr>
              <a:t>联系方式与项目链接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